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822" r:id="rId5"/>
    <p:sldId id="3567" r:id="rId6"/>
    <p:sldId id="3561" r:id="rId7"/>
  </p:sldIdLst>
  <p:sldSz cx="12192000" cy="6858000"/>
  <p:notesSz cx="7315200" cy="96012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074818-0702-DA30-8981-F812F283ABBD}" name="濱本 拓磨" initials="濱拓" userId="S::hamamoto1484@azusasekkei.co.jp::5c1410b2-4020-432a-bca4-7eb982ac0053" providerId="AD"/>
  <p188:author id="{9E343332-B0E0-0ABA-E094-C913498ABECC}" name="石川 隆一" initials="石隆" userId="S::isikawa1430@azusasekkei.co.jp::fb5125ec-a969-4bbc-b9d3-dd208628d9db" providerId="AD"/>
  <p188:author id="{B300D66B-8EBC-4C83-8439-55B011F6E69E}" name="安江 姿子" initials="安江" userId="S::yasue-s@azusasekkei.co.jp::2ebbaf61-48c0-4782-b727-8413f595934c" providerId="AD"/>
  <p188:author id="{862FBBD1-FDE8-212B-429B-850EA8D488C7}" name="墓田 京平" initials="墓田" userId="S::hakata1158@azusasekkei.co.jp::290edd36-d41c-4d43-aa9a-6495876737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F6F3"/>
    <a:srgbClr val="F9FAFC"/>
    <a:srgbClr val="255589"/>
    <a:srgbClr val="ECA940"/>
    <a:srgbClr val="050505"/>
    <a:srgbClr val="C66919"/>
    <a:srgbClr val="FCFAF6"/>
    <a:srgbClr val="D9D9D9"/>
    <a:srgbClr val="F9F2E7"/>
    <a:srgbClr val="F1F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000" autoAdjust="0"/>
  </p:normalViewPr>
  <p:slideViewPr>
    <p:cSldViewPr snapToGrid="0">
      <p:cViewPr varScale="1">
        <p:scale>
          <a:sx n="76" d="100"/>
          <a:sy n="76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EBAA0-D4FF-4994-8F69-DD51FB35194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30DEB-2058-4B77-9366-94970BF330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15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30DEB-2058-4B77-9366-94970BF3308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76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30DEB-2058-4B77-9366-94970BF3308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44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AA863-E499-A2FF-D2BC-53EACE070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3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0E2F94-6BC6-E7E9-B7DA-DD9C7C06A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spc="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D0B6EE-EEF0-FC23-94A1-1950D235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/>
          <a:p>
            <a:fld id="{3864902E-34AA-4C89-8FB6-9A0474DE864A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5C4684-D14C-B003-8515-84E94B8F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EAD731-B2BF-E461-DA84-09477AF0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/>
          <a:p>
            <a:fld id="{349EE839-3504-4E06-8227-0073BA519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323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C082F-ABDD-6192-960F-A6E8AC5D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3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BB75C2-67B7-7F28-7466-4662B218A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pc="300"/>
            </a:lvl1pPr>
            <a:lvl2pPr>
              <a:defRPr spc="300"/>
            </a:lvl2pPr>
            <a:lvl3pPr>
              <a:defRPr spc="300"/>
            </a:lvl3pPr>
            <a:lvl4pPr>
              <a:defRPr spc="300"/>
            </a:lvl4pPr>
            <a:lvl5pPr>
              <a:defRPr spc="3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01C582-462B-48BD-9104-751D0D74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D2E16FAE-5F39-49A5-B1B6-C9D92FE6ED33}" type="datetime1">
              <a:rPr lang="ja-JP" altLang="en-US" smtClean="0"/>
              <a:t>2026/5/10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4E6689-12FA-C3EB-9C0C-E61741FA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EE2BBF-E1A1-B405-3CA6-367CB37F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349EE839-3504-4E06-8227-0073BA5193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34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03A42E-E2D8-2B52-251F-C439E31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spc="3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02FC89-6A99-6751-4810-67762F9E6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spc="3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0DD235-0241-29D7-2BA7-14A11056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5EA3534E-D119-4949-880A-8F33D0A276AA}" type="datetime1">
              <a:rPr lang="ja-JP" altLang="en-US" smtClean="0"/>
              <a:t>2026/5/10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4810A7-ED02-9FC7-0AFD-E73E386A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FA0FAD-271A-4E74-75DE-B9FC4BF0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349EE839-3504-4E06-8227-0073BA5193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5027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DDDD5-1268-4C8A-D777-C3FD3624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6E3267-FA12-76AC-2706-48375BFF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/>
          <a:p>
            <a:fld id="{57B5FBED-C5F2-4C0F-B5ED-910BBA6CF20C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41A0D8-74AB-8909-AADD-75EEDBAC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FCD356-5404-BAA1-3F5B-13968C8F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/>
          <a:p>
            <a:fld id="{349EE839-3504-4E06-8227-0073BA519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47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C27897-AC5D-51FB-1092-36E390A2801D}"/>
              </a:ext>
            </a:extLst>
          </p:cNvPr>
          <p:cNvSpPr/>
          <p:nvPr userDrawn="1"/>
        </p:nvSpPr>
        <p:spPr>
          <a:xfrm rot="5400000">
            <a:off x="2945505" y="-2409547"/>
            <a:ext cx="6300989" cy="1166506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6E3267-FA12-76AC-2706-48375BFF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/>
          <a:p>
            <a:fld id="{995AEC44-A744-4FC8-9647-633EE502A3E1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41A0D8-74AB-8909-AADD-75EEDBAC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1FCD6170-3AFC-7B40-17EE-FB4A245A1FD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600" r="2954" b="11311"/>
          <a:stretch/>
        </p:blipFill>
        <p:spPr bwMode="auto">
          <a:xfrm>
            <a:off x="375443" y="379413"/>
            <a:ext cx="2492825" cy="609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7ADDDD5-1268-4C8A-D777-C3FD3624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19" y="593492"/>
            <a:ext cx="2077472" cy="1024823"/>
          </a:xfr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180000" tIns="288000" rIns="180000" bIns="288000" anchor="t">
            <a:spAutoFit/>
          </a:bodyPr>
          <a:lstStyle>
            <a:lvl1pPr>
              <a:defRPr sz="1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0071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F9C84-ED0A-443A-9083-5EE39B63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" y="87312"/>
            <a:ext cx="10515600" cy="315912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C8569E-B3AF-45CF-BA7D-D672EC1C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0AD1-D3FF-4A05-A51C-A1ABCBB10A92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E08DD5-1E51-47F4-9E65-646BA7D0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221AF-3EAB-42A7-95D4-94A4F6BA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7055" y="6887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Nova Square" panose="020C0504020404060204" pitchFamily="34" charset="0"/>
              </a:defRPr>
            </a:lvl1pPr>
          </a:lstStyle>
          <a:p>
            <a:fld id="{C039B600-A5A5-4E00-855D-D3304067C7E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DBFF20-DAAA-4276-B023-D49F2553E465}"/>
              </a:ext>
            </a:extLst>
          </p:cNvPr>
          <p:cNvSpPr txBox="1"/>
          <p:nvPr userDrawn="1"/>
        </p:nvSpPr>
        <p:spPr>
          <a:xfrm>
            <a:off x="43180" y="6613696"/>
            <a:ext cx="64719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i="0">
                <a:solidFill>
                  <a:srgbClr val="252260"/>
                </a:solidFill>
                <a:effectLst/>
                <a:latin typeface="Nova Square" panose="020C0504020404060204" pitchFamily="34" charset="0"/>
              </a:rPr>
              <a:t>Copyright © 2022 Azusa Institute of Research Co., Ltd. All Rights Reserved.</a:t>
            </a:r>
            <a:endParaRPr kumimoji="1" lang="ja-JP" altLang="en-US" sz="900">
              <a:solidFill>
                <a:srgbClr val="252260"/>
              </a:solidFill>
              <a:latin typeface="Nova Square" panose="020C0504020404060204" pitchFamily="34" charset="0"/>
            </a:endParaRP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A2DE9A59-B653-4944-9957-6C91F344F7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2555" y="136525"/>
            <a:ext cx="694647" cy="27612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1E2D20-588D-4730-86A9-A8D818271B90}"/>
              </a:ext>
            </a:extLst>
          </p:cNvPr>
          <p:cNvSpPr txBox="1"/>
          <p:nvPr userDrawn="1"/>
        </p:nvSpPr>
        <p:spPr>
          <a:xfrm>
            <a:off x="10462260" y="43789"/>
            <a:ext cx="16865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>
                <a:solidFill>
                  <a:schemeClr val="accent2"/>
                </a:solidFill>
              </a:rPr>
              <a:t>Confidential</a:t>
            </a:r>
            <a:endParaRPr kumimoji="1" lang="ja-JP" altLang="en-US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79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hyperlink" Target="https://www.digipot.net/?p=18861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E5D137F-2C15-64DF-83F6-225468BD0E37}"/>
              </a:ext>
            </a:extLst>
          </p:cNvPr>
          <p:cNvCxnSpPr>
            <a:cxnSpLocks/>
          </p:cNvCxnSpPr>
          <p:nvPr userDrawn="1"/>
        </p:nvCxnSpPr>
        <p:spPr>
          <a:xfrm>
            <a:off x="3070860" y="0"/>
            <a:ext cx="0" cy="68580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03CC6D-8FC0-62A0-914E-3C1E806C7250}"/>
              </a:ext>
            </a:extLst>
          </p:cNvPr>
          <p:cNvSpPr/>
          <p:nvPr userDrawn="1"/>
        </p:nvSpPr>
        <p:spPr>
          <a:xfrm rot="5400000">
            <a:off x="2945506" y="-2409547"/>
            <a:ext cx="6300989" cy="11665062"/>
          </a:xfrm>
          <a:prstGeom prst="rect">
            <a:avLst/>
          </a:prstGeom>
          <a:solidFill>
            <a:srgbClr val="FCFAF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1434D7A-2CDD-F5CE-9F5C-1B7AFBB26639}"/>
              </a:ext>
            </a:extLst>
          </p:cNvPr>
          <p:cNvSpPr/>
          <p:nvPr userDrawn="1"/>
        </p:nvSpPr>
        <p:spPr>
          <a:xfrm rot="5400000">
            <a:off x="-1065250" y="2207598"/>
            <a:ext cx="5649554" cy="2743201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738974-99E8-1902-5311-6408B63EB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758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5DB3F552-87C6-BC19-6CED-0BBC12580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195" y="90488"/>
            <a:ext cx="2486025" cy="95250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92876BD-1734-8869-8C46-C95E0CED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69" y="284521"/>
            <a:ext cx="11665062" cy="422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A289D5-AB65-2A97-2A45-373531F1A144}"/>
              </a:ext>
            </a:extLst>
          </p:cNvPr>
          <p:cNvSpPr txBox="1"/>
          <p:nvPr userDrawn="1"/>
        </p:nvSpPr>
        <p:spPr>
          <a:xfrm>
            <a:off x="1160780" y="6613696"/>
            <a:ext cx="64719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i="0">
                <a:solidFill>
                  <a:schemeClr val="tx1"/>
                </a:solidFill>
                <a:effectLst/>
                <a:latin typeface="Nova Square" panose="020C0504020404060204" pitchFamily="34" charset="0"/>
              </a:rPr>
              <a:t>Copyright © 2024 Azusa Institute of Research Co., Ltd. All Rights Reserved.</a:t>
            </a:r>
            <a:endParaRPr kumimoji="1" lang="ja-JP" altLang="en-US" sz="900">
              <a:solidFill>
                <a:schemeClr val="tx1"/>
              </a:solidFill>
              <a:latin typeface="Nova Square" panose="020C050402040406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3D4E16-BAF2-C5E9-9903-6611519B366E}"/>
              </a:ext>
            </a:extLst>
          </p:cNvPr>
          <p:cNvSpPr txBox="1"/>
          <p:nvPr userDrawn="1"/>
        </p:nvSpPr>
        <p:spPr>
          <a:xfrm>
            <a:off x="10559846" y="-4511"/>
            <a:ext cx="1647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b="0" i="0" u="none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Confidential</a:t>
            </a:r>
            <a:endParaRPr lang="en-US" altLang="ja-JP" sz="1200" b="0" i="0" u="none">
              <a:solidFill>
                <a:schemeClr val="accent2"/>
              </a:solidFill>
              <a:effectLst/>
              <a:latin typeface="arial" panose="020B0604020202020204" pitchFamily="34" charset="0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2736A9-3749-F447-6FC7-BAE7A19EA562}"/>
              </a:ext>
            </a:extLst>
          </p:cNvPr>
          <p:cNvSpPr txBox="1"/>
          <p:nvPr userDrawn="1"/>
        </p:nvSpPr>
        <p:spPr>
          <a:xfrm>
            <a:off x="11405396" y="6573479"/>
            <a:ext cx="786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D013AAF-205D-4529-BA64-C93A4392881D}" type="slidenum">
              <a:rPr kumimoji="1" lang="ja-JP" altLang="en-US" sz="1200" smtClean="0"/>
              <a:pPr algn="ctr"/>
              <a:t>‹#›</a:t>
            </a:fld>
            <a:endParaRPr kumimoji="1" lang="ja-JP" altLang="en-US" sz="1200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CB1E344-B705-ABBE-522F-FD3C813F29F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28" y="6432095"/>
            <a:ext cx="941281" cy="3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7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 spc="3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 spc="3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 spc="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spc="3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spc="3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A74303-21BA-CC91-341F-54D87F9E7104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64D7A085-7053-06C7-9BA7-15B3A5B69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24" y="2521833"/>
            <a:ext cx="3952875" cy="242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3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70">
        <p:fade/>
      </p:transition>
    </mc:Choice>
    <mc:Fallback xmlns="">
      <p:transition spd="med" advTm="567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4C567E-1918-4287-A500-3D71978E9B6F}"/>
              </a:ext>
            </a:extLst>
          </p:cNvPr>
          <p:cNvSpPr txBox="1"/>
          <p:nvPr/>
        </p:nvSpPr>
        <p:spPr>
          <a:xfrm>
            <a:off x="444500" y="381000"/>
            <a:ext cx="1127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800" b="1">
                <a:solidFill>
                  <a:srgbClr val="17406D"/>
                </a:solidFill>
              </a:rPr>
              <a:t>アジェンダ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7E8BDCCE-CB79-4173-A8B5-F00B92624656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25400" cap="flat" cmpd="sng" algn="ctr">
            <a:solidFill>
              <a:srgbClr val="ECA940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楕円 3">
            <a:extLst>
              <a:ext uri="{FF2B5EF4-FFF2-40B4-BE49-F238E27FC236}">
                <a16:creationId xmlns:a16="http://schemas.microsoft.com/office/drawing/2014/main" id="{3D6084BA-A7FC-4A95-9F5E-684858148D12}"/>
              </a:ext>
            </a:extLst>
          </p:cNvPr>
          <p:cNvSpPr/>
          <p:nvPr/>
        </p:nvSpPr>
        <p:spPr>
          <a:xfrm>
            <a:off x="2785913" y="13462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1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256375-4D87-48FF-94D3-D85F3B86B70F}"/>
              </a:ext>
            </a:extLst>
          </p:cNvPr>
          <p:cNvSpPr txBox="1"/>
          <p:nvPr/>
        </p:nvSpPr>
        <p:spPr>
          <a:xfrm>
            <a:off x="3410522" y="1364734"/>
            <a:ext cx="5139118" cy="36933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ja-JP" altLang="en-US" b="1" dirty="0">
                <a:solidFill>
                  <a:srgbClr val="333333"/>
                </a:solidFill>
              </a:rPr>
              <a:t>○○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F719EC5-9FBE-4AB4-A6EB-A5517CFEE04F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3181CFC2-1FD4-4240-A889-86234534EA67}"/>
              </a:ext>
            </a:extLst>
          </p:cNvPr>
          <p:cNvSpPr/>
          <p:nvPr/>
        </p:nvSpPr>
        <p:spPr>
          <a:xfrm>
            <a:off x="2785913" y="19558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2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056603A-182C-47EE-934B-0A81189624EC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2C9168AC-5B53-422C-9795-9C904D5ACF9A}"/>
              </a:ext>
            </a:extLst>
          </p:cNvPr>
          <p:cNvSpPr/>
          <p:nvPr/>
        </p:nvSpPr>
        <p:spPr>
          <a:xfrm>
            <a:off x="2785913" y="25654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3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0285773-1264-41B2-950F-A9978490E908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FA24006B-A046-43F9-84EB-180C93E51794}"/>
              </a:ext>
            </a:extLst>
          </p:cNvPr>
          <p:cNvSpPr/>
          <p:nvPr/>
        </p:nvSpPr>
        <p:spPr>
          <a:xfrm>
            <a:off x="2785913" y="31750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4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48101AC-FE10-4700-A002-54C7204DB1BB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79D78857-3564-4365-AE41-C93DFA2C6701}"/>
              </a:ext>
            </a:extLst>
          </p:cNvPr>
          <p:cNvSpPr/>
          <p:nvPr/>
        </p:nvSpPr>
        <p:spPr>
          <a:xfrm>
            <a:off x="2785913" y="37846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5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108201E-2C95-4815-BA35-F8BAEB138D13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1350DEA0-D2E8-4EA7-9EDA-7B3B9B6A5131}"/>
              </a:ext>
            </a:extLst>
          </p:cNvPr>
          <p:cNvSpPr/>
          <p:nvPr/>
        </p:nvSpPr>
        <p:spPr>
          <a:xfrm>
            <a:off x="2785913" y="43942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6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FE40E4D-042E-4FF3-B4BA-B9FC50EF8F82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DFD633E9-4FD5-4826-9266-13D9DADA6901}"/>
              </a:ext>
            </a:extLst>
          </p:cNvPr>
          <p:cNvSpPr/>
          <p:nvPr/>
        </p:nvSpPr>
        <p:spPr>
          <a:xfrm>
            <a:off x="2785913" y="50038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7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CE91B57-1A11-0917-7430-C100505F8D39}"/>
              </a:ext>
            </a:extLst>
          </p:cNvPr>
          <p:cNvGrpSpPr/>
          <p:nvPr/>
        </p:nvGrpSpPr>
        <p:grpSpPr>
          <a:xfrm>
            <a:off x="0" y="1905000"/>
            <a:ext cx="2418489" cy="3562913"/>
            <a:chOff x="1219034" y="2083514"/>
            <a:chExt cx="1464262" cy="2322635"/>
          </a:xfrm>
        </p:grpSpPr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DCF144A3-DB49-3601-8322-08F33EE5657F}"/>
                </a:ext>
              </a:extLst>
            </p:cNvPr>
            <p:cNvSpPr/>
            <p:nvPr/>
          </p:nvSpPr>
          <p:spPr>
            <a:xfrm>
              <a:off x="1219034" y="2335972"/>
              <a:ext cx="858360" cy="2070177"/>
            </a:xfrm>
            <a:custGeom>
              <a:avLst/>
              <a:gdLst>
                <a:gd name="connsiteX0" fmla="*/ 34195 w 437197"/>
                <a:gd name="connsiteY0" fmla="*/ 721665 h 1054424"/>
                <a:gd name="connsiteX1" fmla="*/ 416338 w 437197"/>
                <a:gd name="connsiteY1" fmla="*/ 1051325 h 1054424"/>
                <a:gd name="connsiteX2" fmla="*/ 437198 w 437197"/>
                <a:gd name="connsiteY2" fmla="*/ 1041419 h 1054424"/>
                <a:gd name="connsiteX3" fmla="*/ 437198 w 437197"/>
                <a:gd name="connsiteY3" fmla="*/ 408102 h 1054424"/>
                <a:gd name="connsiteX4" fmla="*/ 403003 w 437197"/>
                <a:gd name="connsiteY4" fmla="*/ 332759 h 1054424"/>
                <a:gd name="connsiteX5" fmla="*/ 20860 w 437197"/>
                <a:gd name="connsiteY5" fmla="*/ 3099 h 1054424"/>
                <a:gd name="connsiteX6" fmla="*/ 0 w 437197"/>
                <a:gd name="connsiteY6" fmla="*/ 13005 h 1054424"/>
                <a:gd name="connsiteX7" fmla="*/ 0 w 437197"/>
                <a:gd name="connsiteY7" fmla="*/ 646322 h 1054424"/>
                <a:gd name="connsiteX8" fmla="*/ 34195 w 437197"/>
                <a:gd name="connsiteY8" fmla="*/ 721665 h 1054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197" h="1054424">
                  <a:moveTo>
                    <a:pt x="34195" y="721665"/>
                  </a:moveTo>
                  <a:lnTo>
                    <a:pt x="416338" y="1051325"/>
                  </a:lnTo>
                  <a:cubicBezTo>
                    <a:pt x="424625" y="1058469"/>
                    <a:pt x="437198" y="1052468"/>
                    <a:pt x="437198" y="1041419"/>
                  </a:cubicBezTo>
                  <a:lnTo>
                    <a:pt x="437198" y="408102"/>
                  </a:lnTo>
                  <a:cubicBezTo>
                    <a:pt x="437198" y="379051"/>
                    <a:pt x="424720" y="351523"/>
                    <a:pt x="403003" y="332759"/>
                  </a:cubicBezTo>
                  <a:lnTo>
                    <a:pt x="20860" y="3099"/>
                  </a:lnTo>
                  <a:cubicBezTo>
                    <a:pt x="12573" y="-4045"/>
                    <a:pt x="0" y="1956"/>
                    <a:pt x="0" y="13005"/>
                  </a:cubicBezTo>
                  <a:lnTo>
                    <a:pt x="0" y="646322"/>
                  </a:lnTo>
                  <a:cubicBezTo>
                    <a:pt x="0" y="675373"/>
                    <a:pt x="12478" y="702901"/>
                    <a:pt x="34195" y="721665"/>
                  </a:cubicBezTo>
                  <a:close/>
                </a:path>
              </a:pathLst>
            </a:custGeom>
            <a:solidFill>
              <a:srgbClr val="ECA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AE05CD0F-A700-143A-E510-135E853DF110}"/>
                </a:ext>
              </a:extLst>
            </p:cNvPr>
            <p:cNvSpPr/>
            <p:nvPr/>
          </p:nvSpPr>
          <p:spPr>
            <a:xfrm>
              <a:off x="1521985" y="2209744"/>
              <a:ext cx="858360" cy="2070364"/>
            </a:xfrm>
            <a:custGeom>
              <a:avLst/>
              <a:gdLst>
                <a:gd name="connsiteX0" fmla="*/ 403003 w 437197"/>
                <a:gd name="connsiteY0" fmla="*/ 332759 h 1054519"/>
                <a:gd name="connsiteX1" fmla="*/ 20860 w 437197"/>
                <a:gd name="connsiteY1" fmla="*/ 3099 h 1054519"/>
                <a:gd name="connsiteX2" fmla="*/ 0 w 437197"/>
                <a:gd name="connsiteY2" fmla="*/ 13005 h 1054519"/>
                <a:gd name="connsiteX3" fmla="*/ 0 w 437197"/>
                <a:gd name="connsiteY3" fmla="*/ 131591 h 1054519"/>
                <a:gd name="connsiteX4" fmla="*/ 273844 w 437197"/>
                <a:gd name="connsiteY4" fmla="*/ 367906 h 1054519"/>
                <a:gd name="connsiteX5" fmla="*/ 321469 w 437197"/>
                <a:gd name="connsiteY5" fmla="*/ 472491 h 1054519"/>
                <a:gd name="connsiteX6" fmla="*/ 321469 w 437197"/>
                <a:gd name="connsiteY6" fmla="*/ 969601 h 1054519"/>
                <a:gd name="connsiteX7" fmla="*/ 416338 w 437197"/>
                <a:gd name="connsiteY7" fmla="*/ 1051421 h 1054519"/>
                <a:gd name="connsiteX8" fmla="*/ 437197 w 437197"/>
                <a:gd name="connsiteY8" fmla="*/ 1041514 h 1054519"/>
                <a:gd name="connsiteX9" fmla="*/ 437197 w 437197"/>
                <a:gd name="connsiteY9" fmla="*/ 408102 h 1054519"/>
                <a:gd name="connsiteX10" fmla="*/ 403003 w 437197"/>
                <a:gd name="connsiteY10" fmla="*/ 332759 h 1054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7197" h="1054519">
                  <a:moveTo>
                    <a:pt x="403003" y="332759"/>
                  </a:moveTo>
                  <a:lnTo>
                    <a:pt x="20860" y="3099"/>
                  </a:lnTo>
                  <a:cubicBezTo>
                    <a:pt x="12573" y="-4045"/>
                    <a:pt x="0" y="1956"/>
                    <a:pt x="0" y="13005"/>
                  </a:cubicBezTo>
                  <a:lnTo>
                    <a:pt x="0" y="131591"/>
                  </a:lnTo>
                  <a:lnTo>
                    <a:pt x="273844" y="367906"/>
                  </a:lnTo>
                  <a:cubicBezTo>
                    <a:pt x="304133" y="394005"/>
                    <a:pt x="321469" y="432105"/>
                    <a:pt x="321469" y="472491"/>
                  </a:cubicBezTo>
                  <a:lnTo>
                    <a:pt x="321469" y="969601"/>
                  </a:lnTo>
                  <a:lnTo>
                    <a:pt x="416338" y="1051421"/>
                  </a:lnTo>
                  <a:cubicBezTo>
                    <a:pt x="424624" y="1058564"/>
                    <a:pt x="437197" y="1052564"/>
                    <a:pt x="437197" y="1041514"/>
                  </a:cubicBezTo>
                  <a:lnTo>
                    <a:pt x="437197" y="408102"/>
                  </a:lnTo>
                  <a:cubicBezTo>
                    <a:pt x="437197" y="379051"/>
                    <a:pt x="424720" y="351523"/>
                    <a:pt x="403003" y="332759"/>
                  </a:cubicBezTo>
                  <a:close/>
                </a:path>
              </a:pathLst>
            </a:custGeom>
            <a:solidFill>
              <a:srgbClr val="25558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61BF069A-8E29-2AAA-02D9-990FE995B28F}"/>
                </a:ext>
              </a:extLst>
            </p:cNvPr>
            <p:cNvSpPr/>
            <p:nvPr/>
          </p:nvSpPr>
          <p:spPr>
            <a:xfrm>
              <a:off x="1824936" y="2083514"/>
              <a:ext cx="858360" cy="2070364"/>
            </a:xfrm>
            <a:custGeom>
              <a:avLst/>
              <a:gdLst>
                <a:gd name="connsiteX0" fmla="*/ 403003 w 437197"/>
                <a:gd name="connsiteY0" fmla="*/ 332759 h 1054519"/>
                <a:gd name="connsiteX1" fmla="*/ 20860 w 437197"/>
                <a:gd name="connsiteY1" fmla="*/ 3099 h 1054519"/>
                <a:gd name="connsiteX2" fmla="*/ 0 w 437197"/>
                <a:gd name="connsiteY2" fmla="*/ 13005 h 1054519"/>
                <a:gd name="connsiteX3" fmla="*/ 0 w 437197"/>
                <a:gd name="connsiteY3" fmla="*/ 131591 h 1054519"/>
                <a:gd name="connsiteX4" fmla="*/ 273844 w 437197"/>
                <a:gd name="connsiteY4" fmla="*/ 367906 h 1054519"/>
                <a:gd name="connsiteX5" fmla="*/ 321469 w 437197"/>
                <a:gd name="connsiteY5" fmla="*/ 472491 h 1054519"/>
                <a:gd name="connsiteX6" fmla="*/ 321469 w 437197"/>
                <a:gd name="connsiteY6" fmla="*/ 969601 h 1054519"/>
                <a:gd name="connsiteX7" fmla="*/ 416338 w 437197"/>
                <a:gd name="connsiteY7" fmla="*/ 1051421 h 1054519"/>
                <a:gd name="connsiteX8" fmla="*/ 437198 w 437197"/>
                <a:gd name="connsiteY8" fmla="*/ 1041514 h 1054519"/>
                <a:gd name="connsiteX9" fmla="*/ 437198 w 437197"/>
                <a:gd name="connsiteY9" fmla="*/ 408102 h 1054519"/>
                <a:gd name="connsiteX10" fmla="*/ 403003 w 437197"/>
                <a:gd name="connsiteY10" fmla="*/ 332759 h 1054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7197" h="1054519">
                  <a:moveTo>
                    <a:pt x="403003" y="332759"/>
                  </a:moveTo>
                  <a:lnTo>
                    <a:pt x="20860" y="3099"/>
                  </a:lnTo>
                  <a:cubicBezTo>
                    <a:pt x="12573" y="-4045"/>
                    <a:pt x="0" y="1956"/>
                    <a:pt x="0" y="13005"/>
                  </a:cubicBezTo>
                  <a:lnTo>
                    <a:pt x="0" y="131591"/>
                  </a:lnTo>
                  <a:lnTo>
                    <a:pt x="273844" y="367906"/>
                  </a:lnTo>
                  <a:cubicBezTo>
                    <a:pt x="304133" y="394005"/>
                    <a:pt x="321469" y="432105"/>
                    <a:pt x="321469" y="472491"/>
                  </a:cubicBezTo>
                  <a:lnTo>
                    <a:pt x="321469" y="969601"/>
                  </a:lnTo>
                  <a:lnTo>
                    <a:pt x="416338" y="1051421"/>
                  </a:lnTo>
                  <a:cubicBezTo>
                    <a:pt x="424625" y="1058564"/>
                    <a:pt x="437198" y="1052564"/>
                    <a:pt x="437198" y="1041514"/>
                  </a:cubicBezTo>
                  <a:lnTo>
                    <a:pt x="437198" y="408102"/>
                  </a:lnTo>
                  <a:cubicBezTo>
                    <a:pt x="437198" y="379051"/>
                    <a:pt x="424720" y="351523"/>
                    <a:pt x="403003" y="332759"/>
                  </a:cubicBezTo>
                  <a:close/>
                </a:path>
              </a:pathLst>
            </a:custGeom>
            <a:solidFill>
              <a:srgbClr val="DC56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636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89A9F9-B5E9-868C-87FC-729456133ABE}"/>
              </a:ext>
            </a:extLst>
          </p:cNvPr>
          <p:cNvSpPr txBox="1"/>
          <p:nvPr/>
        </p:nvSpPr>
        <p:spPr>
          <a:xfrm>
            <a:off x="667473" y="535858"/>
            <a:ext cx="3762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②不具合整備管理業務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9B050C-6789-AC16-CA33-F25C1C953B55}"/>
              </a:ext>
            </a:extLst>
          </p:cNvPr>
          <p:cNvSpPr txBox="1"/>
          <p:nvPr/>
        </p:nvSpPr>
        <p:spPr>
          <a:xfrm>
            <a:off x="666632" y="1350500"/>
            <a:ext cx="5562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○○○○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3C10FA-C47A-95F6-CCA4-DBE0B98D3774}"/>
              </a:ext>
            </a:extLst>
          </p:cNvPr>
          <p:cNvSpPr txBox="1"/>
          <p:nvPr/>
        </p:nvSpPr>
        <p:spPr>
          <a:xfrm>
            <a:off x="1015056" y="1812072"/>
            <a:ext cx="7123103" cy="39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○○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B72B98-48D3-D873-2B0C-AEE699F9AEB3}"/>
              </a:ext>
            </a:extLst>
          </p:cNvPr>
          <p:cNvSpPr txBox="1"/>
          <p:nvPr/>
        </p:nvSpPr>
        <p:spPr>
          <a:xfrm>
            <a:off x="666632" y="3807767"/>
            <a:ext cx="8520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○○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66421F-31D3-09CD-A0B2-D939366E1CB6}"/>
              </a:ext>
            </a:extLst>
          </p:cNvPr>
          <p:cNvSpPr txBox="1"/>
          <p:nvPr/>
        </p:nvSpPr>
        <p:spPr>
          <a:xfrm>
            <a:off x="1038347" y="4256116"/>
            <a:ext cx="7279288" cy="39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○○○○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BF835E-E708-80B9-A920-604F98544EC3}"/>
              </a:ext>
            </a:extLst>
          </p:cNvPr>
          <p:cNvSpPr txBox="1"/>
          <p:nvPr/>
        </p:nvSpPr>
        <p:spPr>
          <a:xfrm>
            <a:off x="686952" y="5268784"/>
            <a:ext cx="6533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rgbClr val="DC56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○○○○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268F9C-520B-9B3D-2B40-FC17BC3FFE4F}"/>
              </a:ext>
            </a:extLst>
          </p:cNvPr>
          <p:cNvSpPr txBox="1"/>
          <p:nvPr/>
        </p:nvSpPr>
        <p:spPr>
          <a:xfrm>
            <a:off x="1015057" y="5665665"/>
            <a:ext cx="7123103" cy="39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 dirty="0"/>
              <a:t>○○○○</a:t>
            </a:r>
          </a:p>
        </p:txBody>
      </p:sp>
    </p:spTree>
    <p:extLst>
      <p:ext uri="{BB962C8B-B14F-4D97-AF65-F5344CB8AC3E}">
        <p14:creationId xmlns:p14="http://schemas.microsoft.com/office/powerpoint/2010/main" val="4003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テーマ">
  <a:themeElements>
    <a:clrScheme name="AIR-Plate">
      <a:dk1>
        <a:srgbClr val="333333"/>
      </a:dk1>
      <a:lt1>
        <a:sysClr val="window" lastClr="FFFFFF"/>
      </a:lt1>
      <a:dk2>
        <a:srgbClr val="17406D"/>
      </a:dk2>
      <a:lt2>
        <a:srgbClr val="DBEFF9"/>
      </a:lt2>
      <a:accent1>
        <a:srgbClr val="ECA940"/>
      </a:accent1>
      <a:accent2>
        <a:srgbClr val="DC5638"/>
      </a:accent2>
      <a:accent3>
        <a:srgbClr val="255589"/>
      </a:accent3>
      <a:accent4>
        <a:srgbClr val="1E704C"/>
      </a:accent4>
      <a:accent5>
        <a:srgbClr val="8693A7"/>
      </a:accent5>
      <a:accent6>
        <a:srgbClr val="A5C249"/>
      </a:accent6>
      <a:hlink>
        <a:srgbClr val="C320D4"/>
      </a:hlink>
      <a:folHlink>
        <a:srgbClr val="BD5387"/>
      </a:folHlink>
    </a:clrScheme>
    <a:fontScheme name="air_lecture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54A929-D99F-4519-ADC2-E58022C981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df9ae86-f436-4637-9809-c01eb0dc1ce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a2dc5-d4af-4823-9d60-dedee6f3ad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7911D87EFD9374CB3BF9CAE90C1689B" ma:contentTypeVersion="17" ma:contentTypeDescription="新しいドキュメントを作成します。" ma:contentTypeScope="" ma:versionID="abc95e081a6d660cf98c5aa0be1ddfad">
  <xsd:schema xmlns:xsd="http://www.w3.org/2001/XMLSchema" xmlns:xs="http://www.w3.org/2001/XMLSchema" xmlns:p="http://schemas.microsoft.com/office/2006/metadata/properties" xmlns:ns3="916a2dc5-d4af-4823-9d60-dedee6f3ad57" xmlns:ns4="a4730e04-0ae7-4bcf-acc9-bb4ba0e73e98" targetNamespace="http://schemas.microsoft.com/office/2006/metadata/properties" ma:root="true" ma:fieldsID="b2ccbb0c32c0e8dcf438ca12ea717320" ns3:_="" ns4:_="">
    <xsd:import namespace="916a2dc5-d4af-4823-9d60-dedee6f3ad57"/>
    <xsd:import namespace="a4730e04-0ae7-4bcf-acc9-bb4ba0e73e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a2dc5-d4af-4823-9d60-dedee6f3ad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730e04-0ae7-4bcf-acc9-bb4ba0e73e9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FFA460-61A9-4ED1-87A9-1B186CD03F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DE13E0-4307-46CE-A691-A4A2AB43DE0B}">
  <ds:schemaRefs>
    <ds:schemaRef ds:uri="http://schemas.microsoft.com/office/infopath/2007/PartnerControls"/>
    <ds:schemaRef ds:uri="916a2dc5-d4af-4823-9d60-dedee6f3ad57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a4730e04-0ae7-4bcf-acc9-bb4ba0e73e98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476DE3-4ABA-499C-B437-A59AE9513B23}">
  <ds:schemaRefs>
    <ds:schemaRef ds:uri="916a2dc5-d4af-4823-9d60-dedee6f3ad57"/>
    <ds:schemaRef ds:uri="a4730e04-0ae7-4bcf-acc9-bb4ba0e73e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6418</TotalTime>
  <Words>37</Words>
  <Application>Microsoft Office PowerPoint</Application>
  <PresentationFormat>ワイド画面</PresentationFormat>
  <Paragraphs>18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BIZ UDPゴシック</vt:lpstr>
      <vt:lpstr>Nova Square</vt:lpstr>
      <vt:lpstr>游ゴシック</vt:lpstr>
      <vt:lpstr>游ゴシック Medium</vt:lpstr>
      <vt:lpstr>arial</vt:lpstr>
      <vt:lpstr>arial</vt:lpstr>
      <vt:lpstr>1_Office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墓田 京平</dc:creator>
  <cp:lastModifiedBy>石川 隆一</cp:lastModifiedBy>
  <cp:revision>45</cp:revision>
  <cp:lastPrinted>2025-10-28T10:14:25Z</cp:lastPrinted>
  <dcterms:created xsi:type="dcterms:W3CDTF">2023-08-17T13:35:09Z</dcterms:created>
  <dcterms:modified xsi:type="dcterms:W3CDTF">2026-05-10T04:54:38Z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0x01010097911D87EFD9374CB3BF9CAE90C1689B</vt:lpwstr>
  </property>
</Properties>
</file>